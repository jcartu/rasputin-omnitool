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sz="3600" b="1"/>
              <a:t>Become Manus Demo</a:t>
            </a:r>
          </a:p>
          <a:p>
            <a:r>
              <a:t>Browser: 95 via Playwright MCP</a:t>
            </a:r>
          </a:p>
          <a:p>
            <a:r>
              <a:t>Research: 88 via Crawl4AI + Docling</a:t>
            </a:r>
          </a:p>
          <a:p>
            <a:r>
              <a:t>Deliverables: 84 via Marp/PPTX/PDF/XLSX</a:t>
            </a:r>
          </a:p>
          <a:p>
            <a:r>
              <a:t>Apps: 76 via bolt.diy + OpenHands</a:t>
            </a:r>
          </a:p>
        </p:txBody>
      </p:sp>
    </p:spTree>
  </p:cSld>
  <p:clrMapOvr>
    <a:masterClrMapping/>
  </p:clrMapOvr>
</p:sld>
</file>